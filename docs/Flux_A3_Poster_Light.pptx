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5032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5115032" cy="118872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42006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Flux: Automated Web Vulnerability Assessment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4200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8F0"/>
                </a:solidFill>
                <a:latin typeface="Calibri"/>
              </a:defRPr>
            </a:pPr>
            <a:r>
              <a:t>A modular, open-source platform for comprehensive web security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5720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Web applications are the primary interface for businesses, governments, and individuals, making them a prime target for cyber attacks. Manual security assessments are no longer sufficient.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Flux is an automated, modular web vulnerability assessment system designed to perform comprehensive security audits. It combines multiple scanning techniques (port scanning, SSL/TLS inspection, injection testing) into a single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37560"/>
            <a:ext cx="429768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9999"/>
                </a:solidFill>
                <a:latin typeface="Calibri"/>
              </a:defRPr>
            </a:pPr>
            <a:r>
              <a:t>Features: 10+ Modules • A-F Grading • OWASP Mapping • PDF Reports • Live SSE Streaming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4572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0916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Automate Detection: Identify XSS, SQLi, weak SSL, etc.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Modular Architecture: Plug-and-play scanner modules.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OWASP Mapping: Map findings to Top 10 with CWE &amp; CVSS.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Quantified Scoring: Severity-weighted A–F grades.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Professional Reporting: Generate detailed secure PDF reports.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Real-Time Monitoring: Live scan progress via SSE stream.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766560"/>
            <a:ext cx="4572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676656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766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3. Motivation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71780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The gap in affordable, open-source automated tools creates barriers for startups &amp; students.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7635240"/>
            <a:ext cx="1432560" cy="914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7680960"/>
            <a:ext cx="143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40%+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8092440"/>
            <a:ext cx="143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Calibri"/>
              </a:defRPr>
            </a:pPr>
            <a:r>
              <a:t>Breaches target apps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18360" y="7635240"/>
            <a:ext cx="1432560" cy="914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18360" y="7680960"/>
            <a:ext cx="143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A580C"/>
                </a:solidFill>
                <a:latin typeface="Calibri"/>
              </a:defRPr>
            </a:pPr>
            <a:r>
              <a:t>$4.88M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18360" y="8092440"/>
            <a:ext cx="143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Calibri"/>
              </a:defRPr>
            </a:pPr>
            <a:r>
              <a:t>Avg. breach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42360" y="7635240"/>
            <a:ext cx="1432560" cy="914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42360" y="7680960"/>
            <a:ext cx="143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  <a:latin typeface="Calibri"/>
              </a:defRPr>
            </a:pPr>
            <a:r>
              <a:t>$$$$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42360" y="8092440"/>
            <a:ext cx="143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Calibri"/>
              </a:defRPr>
            </a:pPr>
            <a:r>
              <a:t>High Tool Costs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8732520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Gap in Affordable Tools: Enterprise scanners are costly.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Compliance: GDPR, PCI-DSS, ISO 27001 mandate audits.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Education: Building scanners aids offensive security learning.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0" y="1463040"/>
            <a:ext cx="4572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57800" y="146304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4. Methodology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1874520"/>
            <a:ext cx="429768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  <a:latin typeface="Calibri"/>
              </a:defRPr>
            </a:pPr>
            <a:r>
              <a:t>Phase 1: Information Gathering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1945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Port Scanner: Finds open ports and dangerous services.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DNS Recon: zone transfers, SPF/DMARC checks.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Web Crawler &amp; Tech Fingerprint: Extracts forms &amp; OSINT.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94960" y="3063240"/>
            <a:ext cx="4297680" cy="14630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alibri"/>
              </a:defRPr>
            </a:pPr>
            <a:r>
              <a:t>Phase 2: Vulnerability Assessment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3832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XSS &amp; SQLi: Injects payloads and analyzes responses/errors.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Security Headers: Analyzes CSP, HSTS, X-Frame-Options.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SSL/TLS Analysis: Checks cert validity and cipher strength.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JS Analyzer: Detects hardcoded secrets, API keys, endpoints.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4617720"/>
            <a:ext cx="429768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580C"/>
                </a:solidFill>
                <a:latin typeface="Calibri"/>
              </a:defRPr>
            </a:pPr>
            <a:r>
              <a:t>Phase 3: Analysis &amp; 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9377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OWASP Mapper: Maps to Top 10 with CWE &amp; CVSS.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Score Engine: Deducts points base 100 → A-F Grade.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PDF Gen: ReportLab exports.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57800" y="6309360"/>
            <a:ext cx="4572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257800" y="630936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6309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5. System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67208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2937"/>
                </a:solidFill>
                <a:latin typeface="Calibri"/>
              </a:defRPr>
            </a:pPr>
            <a:r>
              <a:t>Architecture Overview (Flask + SQLite + SSE):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52160" y="7086600"/>
            <a:ext cx="18288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52160" y="7132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Calibri"/>
              </a:defRPr>
            </a:pPr>
            <a:r>
              <a:t>Frontend UI</a:t>
            </a:r>
            <a:br/>
            <a:r>
              <a:t>(HTML/JS/CSS)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7178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9999"/>
                </a:solidFill>
                <a:latin typeface="Calibri"/>
              </a:defRPr>
            </a:pPr>
            <a:r>
              <a:t>← REST/SSE 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52160" y="7818120"/>
            <a:ext cx="3383280" cy="1645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52160" y="7863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F2937"/>
                </a:solidFill>
                <a:latin typeface="Calibri"/>
              </a:defRPr>
            </a:pPr>
            <a:r>
              <a:t>Scanner Engine (Python/Flask Backend)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81838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937"/>
                </a:solidFill>
                <a:latin typeface="Calibri"/>
              </a:defRPr>
            </a:pPr>
            <a:r>
              <a:t>• Web Crawler  • XSS Scanner    • Port Scanner</a:t>
            </a:r>
            <a:br/>
            <a:r>
              <a:t>• SSL Inspector  • Header Analyzr • SQLi Scanner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52160" y="9738360"/>
            <a:ext cx="3383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98298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2937"/>
                </a:solidFill>
                <a:latin typeface="Calibri"/>
              </a:defRPr>
            </a:pPr>
            <a:r>
              <a:t>Reporting &amp; Alerting</a:t>
            </a:r>
            <a:br/>
            <a:r>
              <a:t>(PDF Generator + Scoring + Webhooks)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0" y="1463040"/>
            <a:ext cx="45720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58400" y="146304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4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 Industry Relevance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5560" y="1874520"/>
            <a:ext cx="4297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DevSecOps Integration: Automated CI/CD security checks.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Compliance &amp; Audit: SUPPORTS PCI-DSS, ISO 27001 via CVSS.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Penetration Testing: Great for initial automated recon.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SME Security: Enterprise-grade scanning at zero cost.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058400" y="3291840"/>
            <a:ext cx="45720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058400" y="329184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4984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7. Conclusion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37033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937"/>
                </a:solidFill>
                <a:latin typeface="Calibri"/>
              </a:defRPr>
            </a:pPr>
            <a:r>
              <a:t>Flux demonstrates that a modular, extensive web vulnerability scanner can be built using open-source tech. By linking 10+ independent modules (network + app layer), it evaluates targets and distills risk into an actionable A-F grade.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195560" y="4709160"/>
            <a:ext cx="4297680" cy="15544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87000" y="48006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✅ Automated Detection (XSS, SQLi, Ports)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✅ Standards Compliance (OWASP Map)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✅ Risk Quantification (Weighted A-F engine)</a:t>
            </a:r>
          </a:p>
          <a:p>
            <a:pPr>
              <a:spcAft>
                <a:spcPts val="4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✅ Professional PDF Report Synthesis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058400" y="6766560"/>
            <a:ext cx="45720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058400" y="6766560"/>
            <a:ext cx="4572000" cy="36576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49840" y="6766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8. References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95560" y="7178040"/>
            <a:ext cx="42976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[1] OWASP Foundation, "OWASP Top Ten 2021"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[2] MITRE Corp, "Common Weakness Enumeration"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[3] FIRST.org, "CVSS v3.1"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[4] Verizon, "2024 DBIR"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[5] PCI Security Standards Council, "PCI DSS v4.0"</a:t>
            </a:r>
          </a:p>
          <a:p>
            <a:pPr>
              <a:spcAft>
                <a:spcPts val="4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[6] Pallets Projects, "Flask Framework"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0" y="10415015"/>
            <a:ext cx="15115032" cy="274320"/>
          </a:xfrm>
          <a:prstGeom prst="round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