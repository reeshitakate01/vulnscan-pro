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30A3"/>
                </a:solidFill>
                <a:latin typeface="Segoe UI"/>
              </a:defRPr>
            </a:pPr>
            <a:r>
              <a:t>VULNSCAN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Segoe UI"/>
              </a:defRPr>
            </a:pPr>
            <a:r>
              <a:t>Intelligent Web</a:t>
            </a:r>
            <a:br/>
            <a:r>
              <a:t>Vulnerability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Point. Scan. Protect.</a:t>
            </a:r>
            <a:br/>
            <a:r>
              <a:t>A single tool that finds security flaws before hackers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84632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84632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32+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XSS Payloads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484632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SQLi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Websites Get Hacked Every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32004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$4.45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Average cost of a single</a:t>
            </a:r>
            <a:br/>
            <a:r>
              <a:t>data breach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94560"/>
            <a:ext cx="3200400" cy="6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Segoe UI"/>
              </a:defRPr>
            </a:pPr>
            <a:r>
              <a:t>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Of all cyberattacks</a:t>
            </a:r>
            <a:br/>
            <a:r>
              <a:t>target small businesses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9456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94560"/>
            <a:ext cx="3200400" cy="635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55F7"/>
                </a:solidFill>
                <a:latin typeface="Segoe UI"/>
              </a:defRPr>
            </a:pPr>
            <a: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Of web apps have at least</a:t>
            </a:r>
            <a:br/>
            <a:r>
              <a:t>one critical vulnerability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33272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Most breaches exploit known vulnerabilities that a proper scan would have caught.</a:t>
            </a:r>
            <a:br/>
            <a:r>
              <a:t>VulnScan Pro makes that scan simple, fast, and intelligent.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0A3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What Does VulnScan Pro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You give it a website URL. It automatically finds every page, tests every form,</a:t>
            </a:r>
            <a:br/>
            <a:r>
              <a:t>checks every configuration, and tells you exactly what's broken — in one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32004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🕷️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Crawler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Maps every page</a:t>
            </a:r>
            <a:br/>
            <a:r>
              <a:t>and form on the 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56032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560320"/>
            <a:ext cx="32004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SQL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Tests if hackers can</a:t>
            </a:r>
            <a:br/>
            <a:r>
              <a:t>steal your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6032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560320"/>
            <a:ext cx="320040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XSS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Tests if hackers can</a:t>
            </a:r>
            <a:br/>
            <a:r>
              <a:t>inject malicious scripts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805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480560"/>
            <a:ext cx="32004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DNS Recon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Finds hidden subdomains</a:t>
            </a:r>
            <a:br/>
            <a:r>
              <a:t>and email weaknesses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4805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480560"/>
            <a:ext cx="320040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55F7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SSL Checker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23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Verifies your HTTPS</a:t>
            </a:r>
            <a:br/>
            <a:r>
              <a:t>certificate is valid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48056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480560"/>
            <a:ext cx="3200400" cy="508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Full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623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Ports, headers, tech</a:t>
            </a:r>
            <a:br/>
            <a:r>
              <a:t>stack, and JS secrets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0A3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Simple 5-Step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01168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3774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Enter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Type the website</a:t>
            </a:r>
            <a:br/>
            <a:r>
              <a:t>address you want</a:t>
            </a:r>
            <a:br/>
            <a:r>
              <a:t>to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011680"/>
            <a:ext cx="2011680" cy="6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37744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Auto Crawl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520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The crawler maps</a:t>
            </a:r>
            <a:br/>
            <a:r>
              <a:t>every page, form,</a:t>
            </a:r>
            <a:br/>
            <a:r>
              <a:t>and script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2011680"/>
            <a:ext cx="2011680" cy="6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89320" y="237744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Run Scans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520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9 scanners test for</a:t>
            </a:r>
            <a:br/>
            <a:r>
              <a:t>XSS, SQLi, SSL,</a:t>
            </a:r>
            <a:br/>
            <a:r>
              <a:t>DNS &amp;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39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39" y="2011680"/>
            <a:ext cx="2011680" cy="635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39" y="2377440"/>
            <a:ext cx="548640" cy="548640"/>
          </a:xfrm>
          <a:prstGeom prst="ellipse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Get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520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Findings are graded</a:t>
            </a:r>
            <a:br/>
            <a:r>
              <a:t>into a simple</a:t>
            </a:r>
            <a:br/>
            <a:r>
              <a:t>security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011680"/>
            <a:ext cx="2011680" cy="635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2760" y="2377440"/>
            <a:ext cx="548640" cy="54864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Download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520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 detailed PDF with</a:t>
            </a:r>
            <a:br/>
            <a:r>
              <a:t>evidence and</a:t>
            </a:r>
            <a:br/>
            <a:r>
              <a:t>fix suggestions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12080"/>
            <a:ext cx="108813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Built with:   Python  ·  Flask  ·  BeautifulSoup  ·  dnspython  ·  HTML/CSS/JS  ·  Chart.js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Segoe UI"/>
              </a:defRPr>
            </a:pPr>
            <a:r>
              <a:t>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How We Detect XSS (Cross-Site Scripting)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What is XSS?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Imagine a search bar on a website.</a:t>
            </a:r>
            <a:br/>
            <a:r>
              <a:t>You type a search term, and the website</a:t>
            </a:r>
            <a:br/>
            <a:r>
              <a:t>shows it back to you on the page.</a:t>
            </a:r>
            <a:br/>
            <a:br/>
            <a:r>
              <a:t>But what if instead of a search term, you</a:t>
            </a:r>
            <a:br/>
            <a:r>
              <a:t>type a piece of JavaScript code?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If the website displays that code without</a:t>
            </a:r>
            <a:br/>
            <a:r>
              <a:t>cleaning it first, the code RUNS in every</a:t>
            </a:r>
            <a:br/>
            <a:r>
              <a:t>visitor's browser — stealing their cookies,</a:t>
            </a:r>
            <a:br/>
            <a:r>
              <a:t>passwords, and session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6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Our Smart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✅  32 different attack payloads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718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test classic tags, event handlers,</a:t>
            </a:r>
            <a:br/>
            <a:r>
              <a:t>case tricks, encoding bypasses, and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611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✅  Context-aware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9319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check if dangerous characters like &lt; &gt;</a:t>
            </a:r>
            <a:br/>
            <a:r>
              <a:t>survived without being escaped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72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✅  Zero 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8920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If the website safely encodes the input,</a:t>
            </a:r>
            <a:br/>
            <a:r>
              <a:t>we do NOT flag it — unlike basic scanners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How We Detect SQL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What is SQL Injection?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When you type your username into a login form,</a:t>
            </a:r>
            <a:br/>
            <a:r>
              <a:t>the website asks its database: "Find this user."</a:t>
            </a:r>
            <a:br/>
            <a:br/>
            <a:r>
              <a:t>But if the attacker types a command like ' OR 1=1 --</a:t>
            </a:r>
            <a:br/>
            <a:r>
              <a:t>the database gets tricked into revealing ALL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2560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Error-Based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inject bad SQL and check</a:t>
            </a:r>
            <a:br/>
            <a:r>
              <a:t>if the database shows errors</a:t>
            </a:r>
            <a:br/>
            <a:r>
              <a:t>like 'syntax error'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0" y="4023360"/>
            <a:ext cx="256032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55F7"/>
                </a:solidFill>
                <a:latin typeface="Segoe UI"/>
              </a:defRPr>
            </a:pPr>
            <a:r>
              <a:t>Time-Based Blind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tell the database to</a:t>
            </a:r>
            <a:br/>
            <a:r>
              <a:t>sleep for 6 seconds. If the</a:t>
            </a:r>
            <a:br/>
            <a:r>
              <a:t>page takes 6s → it's vulnerable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023360"/>
            <a:ext cx="2560320" cy="508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30A3"/>
                </a:solidFill>
                <a:latin typeface="Segoe UI"/>
              </a:defRPr>
            </a:pPr>
            <a:r>
              <a:t>Boolean 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ask TRUE vs FALSE</a:t>
            </a:r>
            <a:br/>
            <a:r>
              <a:t>questions. If page content</a:t>
            </a:r>
            <a:br/>
            <a:r>
              <a:t>changes → database listens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4023360"/>
            <a:ext cx="256032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Union-Based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 append extra queries</a:t>
            </a:r>
            <a:br/>
            <a:r>
              <a:t>to merge our data with</a:t>
            </a:r>
            <a:br/>
            <a:r>
              <a:t>the original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55F7"/>
                </a:solidFill>
                <a:latin typeface="Segoe UI"/>
              </a:defRPr>
            </a:pPr>
            <a:r>
              <a:t>WHAT MAKES US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We Test Every Input —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Basic scanners only test the first input field and skip the rest.</a:t>
            </a:r>
            <a:br/>
            <a:r>
              <a:t>VulnScan Pro isolates each parameter to pinpoint the exact vulnerable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0332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55F7"/>
                </a:solidFill>
                <a:latin typeface="Segoe UI"/>
              </a:defRPr>
            </a:pPr>
            <a:r>
              <a:t>Login Form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200400"/>
            <a:ext cx="9601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3200400"/>
            <a:ext cx="635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337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Test 1: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ATTACK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114800"/>
            <a:ext cx="9601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4114800"/>
            <a:ext cx="63500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Segoe UI"/>
              </a:defRPr>
            </a:pPr>
            <a:r>
              <a:t>Test 2: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ATTACK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5029200"/>
            <a:ext cx="9601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80160" y="5029200"/>
            <a:ext cx="63500" cy="73152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166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55F7"/>
                </a:solidFill>
                <a:latin typeface="Segoe UI"/>
              </a:defRPr>
            </a:pPr>
            <a:r>
              <a:t>Test 3: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username: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password: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safe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remember: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ATTACK PAYLOAD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43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→  Result: We know EXACTLY which field is broken, not just "the form has a problem"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DNS Recon — Reading the Internet's Phone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DNS is like the phone book of the internet. It maps website names to server addresses.</a:t>
            </a:r>
            <a:br/>
            <a:r>
              <a:t>Our scanner reads this phone book to discover hidden infrastructure and security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Find Hidden Subdomains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Like discovering admin.example.com</a:t>
            </a:r>
            <a:br/>
            <a:r>
              <a:t>or staging.example.com that</a:t>
            </a:r>
            <a:br/>
            <a:r>
              <a:t>nobody linked to publicly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5603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560320"/>
            <a:ext cx="26517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Email Security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Tests if attackers can send</a:t>
            </a:r>
            <a:br/>
            <a:r>
              <a:t>fake emails pretending to be</a:t>
            </a:r>
            <a:br/>
            <a:r>
              <a:t>your domain (SPF/DKIM/DMARC)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5603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560320"/>
            <a:ext cx="265176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55F7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Reverse IP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Finds other websites hosted</a:t>
            </a:r>
            <a:br/>
            <a:r>
              <a:t>on the same server IP to map</a:t>
            </a:r>
            <a:br/>
            <a:r>
              <a:t>shared infrastructure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56032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560320"/>
            <a:ext cx="265176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Segoe UI"/>
              </a:defRPr>
            </a:pPr>
            <a:r>
              <a:t>🗂️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Zone Transfer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Checks if the entire DNS</a:t>
            </a:r>
            <a:br/>
            <a:r>
              <a:t>database is accidentally</a:t>
            </a:r>
            <a:br/>
            <a:r>
              <a:t>exposed to anyone who asks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Records We 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 (IP Address)  ·  AAAA (IPv6)  ·  MX (Mail Servers)  ·  NS (Name Servers)  ·  TXT (SPF/DKIM)</a:t>
            </a:r>
            <a:br/>
            <a:r>
              <a:t>CNAME (Aliases)  ·  SOA (Primary Server)  ·  CAA (Certificate Authority)  ·  SRV (Services)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PROVEN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39 Tests. 39 Passed. 0 False Positives.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We built a deliberately vulnerable test server and verified every scanner module catches</a:t>
            </a:r>
            <a:br/>
            <a:r>
              <a:t>real vulnerabilities while correctly ignoring safe pages (no false alarms).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Header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97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56032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XSS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2/2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56032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56032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SQLi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697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2/2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61188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361188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749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Crawler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49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6/6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61188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61188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749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Tech Fingerprint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5/5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61188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361188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JS 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749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7/7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66344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466344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Port Scanner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800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1/1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66344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466344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DNS Recon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00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4/4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466344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4663440"/>
            <a:ext cx="635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SSL Scanner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800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4/4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5486400"/>
            <a:ext cx="57607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55778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Overall Accuracy:  100% 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0A3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How We Compare to Big Players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438912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901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VulnScan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OWASP ZAP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901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Nessus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Burp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0332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One-Click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779776"/>
            <a:ext cx="10332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52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Blind SQLi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52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52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852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255264"/>
            <a:ext cx="10332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328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DNS + Subdomains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328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284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3284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30752"/>
            <a:ext cx="10332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8039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JS Secret Finder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803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03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803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803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206240"/>
            <a:ext cx="10332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SSL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4279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681728"/>
            <a:ext cx="10332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Free to 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157216"/>
            <a:ext cx="10332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230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Modern Web UI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0" y="5230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230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230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5230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5632704"/>
            <a:ext cx="10332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8720" y="57058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No Java Needed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5705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5705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705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5705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55F7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What's Coming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08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30A3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Login &amp;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Scan pages behind</a:t>
            </a:r>
            <a:br/>
            <a:r>
              <a:t>login walls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JS App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Use a headless browser to</a:t>
            </a:r>
            <a:br/>
            <a:r>
              <a:t>scan React/Angular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828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82880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WAF Bypass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User-Agent rotation and</a:t>
            </a:r>
            <a:br/>
            <a:r>
              <a:t>payload encoding to evade</a:t>
            </a:r>
            <a:br/>
            <a:r>
              <a:t>firewalls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338328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More Attacks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Command injection, path</a:t>
            </a:r>
            <a:br/>
            <a:r>
              <a:t>traversal, SSRF, and</a:t>
            </a:r>
            <a:br/>
            <a:r>
              <a:t>IDOR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114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114800"/>
            <a:ext cx="33832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5257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Auto-scan on every</a:t>
            </a:r>
            <a:br/>
            <a:r>
              <a:t>GitHub push or</a:t>
            </a:r>
            <a:br/>
            <a:r>
              <a:t>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1148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114800"/>
            <a:ext cx="33832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55F7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Trends Over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5257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Track your security</a:t>
            </a:r>
            <a:br/>
            <a:r>
              <a:t>score improvements</a:t>
            </a:r>
            <a:br/>
            <a:r>
              <a:t>across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30A3"/>
                </a:solidFill>
                <a:latin typeface="Segoe UI"/>
              </a:defRPr>
            </a:pPr>
            <a:r>
              <a:t>VULNSCAN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293B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754880"/>
            <a:ext cx="27432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0A3"/>
                </a:solidFill>
                <a:latin typeface="Segoe UI"/>
              </a:defRPr>
            </a:pPr>
            <a:r>
              <a:t>9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Full-stack scanning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754880"/>
            <a:ext cx="27432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0A3"/>
                </a:solidFill>
                <a:latin typeface="Segoe UI"/>
              </a:defRPr>
            </a:pPr>
            <a:r>
              <a:t>100%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Zero false positives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754880"/>
            <a:ext cx="27432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0A3"/>
                </a:solidFill>
                <a:latin typeface="Segoe UI"/>
              </a:defRPr>
            </a:pPr>
            <a:r>
              <a:t>6 SQLi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Including blind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