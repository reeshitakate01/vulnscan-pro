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🛡️  VULNSCAN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Segoe UI"/>
              </a:defRPr>
            </a:pPr>
            <a:r>
              <a:t>Intelligent Web</a:t>
            </a:r>
            <a:br/>
            <a:r>
              <a:t>Vulnerability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68"/>
                </a:solidFill>
                <a:latin typeface="Segoe UI"/>
              </a:defRPr>
            </a:pPr>
            <a:r>
              <a:t>A multi-vector security framework combining deep reconnaissance,</a:t>
            </a:r>
            <a:br/>
            <a:r>
              <a:t>blind injection detection, and intelligent payload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5488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49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Scanner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75488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349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Backtest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75488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32+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349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XSS Payloads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75488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349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SQLi Techniques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371600"/>
            <a:ext cx="2743200" cy="41148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8288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scadia Code"/>
              </a:defRPr>
            </a:pPr>
            <a:r>
              <a:t>$ vulnscan --target example.com</a:t>
            </a:r>
            <a:br/>
            <a:br/>
            <a:r>
              <a:t>[✓] Crawler: 47 pages mapped</a:t>
            </a:r>
            <a:br/>
            <a:r>
              <a:t>[✓] XSS: 3 reflected sinks found</a:t>
            </a:r>
            <a:br/>
            <a:r>
              <a:t>[✓] SQLi: Blind time-based detected</a:t>
            </a:r>
            <a:br/>
            <a:r>
              <a:t>[✓] DNS: 5 subdomains found</a:t>
            </a:r>
            <a:br/>
            <a:r>
              <a:t>[✓] SSL: Certificate valid</a:t>
            </a:r>
            <a:br/>
            <a:r>
              <a:t>[✓] Headers: 4 missing</a:t>
            </a:r>
            <a:br/>
            <a:br/>
            <a:r>
              <a:t>Score: B+ (78/100)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Why Web Security Can't Be An Afterthought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560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F4444"/>
                </a:solidFill>
                <a:latin typeface="Segoe UI"/>
              </a:defRPr>
            </a:pPr>
            <a:r>
              <a:t>$4.45M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Average cost of a</a:t>
            </a:r>
            <a:br/>
            <a:r>
              <a:t>data breach in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080"/>
                </a:solidFill>
                <a:latin typeface="Segoe UI"/>
              </a:defRPr>
            </a:pPr>
            <a:r>
              <a:t>— IBM Security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031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103120"/>
            <a:ext cx="25603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17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Of cyberattacks target</a:t>
            </a:r>
            <a:br/>
            <a:r>
              <a:t>small businesses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49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080"/>
                </a:solidFill>
                <a:latin typeface="Segoe UI"/>
              </a:defRPr>
            </a:pPr>
            <a:r>
              <a:t>— Verizon DBIR 2023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25603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74%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Of web apps have at least</a:t>
            </a:r>
            <a:br/>
            <a:r>
              <a:t>one critical vulnerability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49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080"/>
                </a:solidFill>
                <a:latin typeface="Segoe UI"/>
              </a:defRPr>
            </a:pPr>
            <a:r>
              <a:t>— HCL AppScan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1031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103120"/>
            <a:ext cx="25603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Segoe UI"/>
              </a:defRPr>
            </a:pPr>
            <a:r>
              <a:t>280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017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Average time to identify</a:t>
            </a:r>
            <a:br/>
            <a:r>
              <a:t>and contain a breach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749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080"/>
                </a:solidFill>
                <a:latin typeface="Segoe UI"/>
              </a:defRPr>
            </a:pPr>
            <a:r>
              <a:t>— IBM Security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⚠  Most security breaches exploit known vulnerabilities that could have been caught with a proper automated scan.</a:t>
            </a:r>
            <a:br/>
            <a:r>
              <a:t>    VulnScan Pro was built to make that scan accessible, intelligent, and actionable.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What is VulnScan Pro?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68"/>
                </a:solidFill>
                <a:latin typeface="Segoe UI"/>
              </a:defRPr>
            </a:pPr>
            <a:r>
              <a:t>An all-in-one, point-and-shoot web vulnerability scanner that combines network recon, application-layer</a:t>
            </a:r>
            <a:br/>
            <a:r>
              <a:t>attack simulation, and infrastructure auditing into a single, actionable security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34747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🕷️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Smart Crawler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Maps every page, form, script, and hidden input across the entire site surface with deque-based BFS.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4688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468880"/>
            <a:ext cx="34747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Multi-Vector SQLi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Error-based, Time-based Blind, Boolean Blind, and Union-based injection testing across every parameter.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9" y="24688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9" y="2468880"/>
            <a:ext cx="34747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XSS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32 categorized payloads with context-aware HTML entity verification to eliminate false positives.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89120"/>
            <a:ext cx="34747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DNS Recon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Record harvesting, subdomain fuzzing, SPF/DKIM/DMARC auditing, reverse DNS, and zone transfer testing.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3891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4389120"/>
            <a:ext cx="34747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SSL/TLS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System-level CA validation matching browser behavior, cipher suite enumeration, and expiry tracking.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9" y="43891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599" y="4389120"/>
            <a:ext cx="34747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9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Full Stack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Port scanning, tech fingerprinting with CVE lookup, JS secret detection, and security header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How VulnScan Pro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0116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2860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URL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User enters target URL</a:t>
            </a:r>
            <a:br/>
            <a:r>
              <a:t>via web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0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0116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2011680"/>
            <a:ext cx="201168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22860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Crawler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Maps pages, forms,</a:t>
            </a:r>
            <a:br/>
            <a:r>
              <a:t>scripts, emails,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0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0116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011680"/>
            <a:ext cx="201168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6440" y="22860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Parallel Scanners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XSS, SQLi, DNS, SSL,</a:t>
            </a:r>
            <a:br/>
            <a:r>
              <a:t>Ports, JS, Headers, 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0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59" y="20116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2011680"/>
            <a:ext cx="20116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59" y="22860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39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Score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Aggregates findings</a:t>
            </a:r>
            <a:br/>
            <a:r>
              <a:t>into a security 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0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0116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2011680"/>
            <a:ext cx="20116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9880" y="22860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PDF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Actionable results with</a:t>
            </a:r>
            <a:br/>
            <a:r>
              <a:t>evidence and severity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080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66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Python 3 · Flask · dnspython · cryptography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166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HTML5 · CSS3 · JavaScript · Chart.js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Scanning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166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requests · BeautifulSoup4 · ssl · socket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166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Custom Backtest Framework · 39 automated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MODULE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Smart Crawler —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What Makes It Smart?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✓  URL Normalization — Deduplicates /page/ and /page#section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32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✓  Deque-based BFS — O(1) queue operations vs O(n) list.pop(0)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16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✓  Pre-queue Tracking — Prevents duplicates before they enter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009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✓  Rate Limiting — Configurable delay to avoid WAF bans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85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✓  robots.txt Harvesting — Extracts hidden paths as recon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✓  Sensitive Path Probing — Checks /.env, /.git/config, /backup.zip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531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✓  Inline Script Scanning — Finds hardcoded secrets in &lt;script&gt; 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371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✓  Meta Tag Extraction — Identifies frameworks and generators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737360"/>
            <a:ext cx="484632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737360"/>
            <a:ext cx="50800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87452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# Core Crawling Architecture</a:t>
            </a:r>
            <a:br/>
            <a:br/>
            <a:r>
              <a:t>queue = deque([(start_url, 0)])</a:t>
            </a:r>
            <a:br/>
            <a:r>
              <a:t>visited = set()</a:t>
            </a:r>
            <a:br/>
            <a:r>
              <a:t>queued = {start_url}  # pre-track</a:t>
            </a:r>
            <a:br/>
            <a:br/>
            <a:r>
              <a:t>while queue:</a:t>
            </a:r>
            <a:br/>
            <a:r>
              <a:t>    url, depth = queue.popleft()</a:t>
            </a:r>
            <a:br/>
            <a:r>
              <a:t>    if url in visited:</a:t>
            </a:r>
            <a:br/>
            <a:r>
              <a:t>        continue</a:t>
            </a:r>
            <a:br/>
            <a:r>
              <a:t>    </a:t>
            </a:r>
            <a:br/>
            <a:r>
              <a:t>    visited.add(url)</a:t>
            </a:r>
            <a:br/>
            <a:r>
              <a:t>    time.sleep(delay)  # rate limit</a:t>
            </a:r>
            <a:br/>
            <a:r>
              <a:t>    </a:t>
            </a:r>
            <a:br/>
            <a:r>
              <a:t>    response = session.get(url)</a:t>
            </a:r>
            <a:br/>
            <a:r>
              <a:t>    soup = parse(response)</a:t>
            </a:r>
            <a:br/>
            <a:br/>
            <a:r>
              <a:t>    extract_forms(soup)</a:t>
            </a:r>
            <a:br/>
            <a:r>
              <a:t>    extract_emails(soup)</a:t>
            </a:r>
            <a:br/>
            <a:r>
              <a:t>    extract_inline_secrets(soup)</a:t>
            </a:r>
            <a:br/>
            <a:r>
              <a:t>    check_security_headers(response)</a:t>
            </a:r>
            <a:br/>
            <a:br/>
            <a:r>
              <a:t>    for link in soup.find_all('a'):</a:t>
            </a:r>
            <a:br/>
            <a:r>
              <a:t>        next_url = normalize(link)</a:t>
            </a:r>
            <a:br/>
            <a:r>
              <a:t>        if next_url not in queued:</a:t>
            </a:r>
            <a:br/>
            <a:r>
              <a:t>            queue.append((next_url, depth+1))</a:t>
            </a:r>
            <a:br/>
            <a:r>
              <a:t>            queued.add(next_url)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MODULE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XSS Scanner — Context-Aware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 Naive Detection (How Others Do 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029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5080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# BAD: Simple string check</a:t>
            </a:r>
            <a:br/>
            <a:r>
              <a:t>if payload in response.text:</a:t>
            </a:r>
            <a:br/>
            <a:r>
              <a:t>    flag_as_vulnerable()  # FALSE POSITIVE!</a:t>
            </a:r>
            <a:br/>
            <a:br/>
            <a:r>
              <a:t># Problem: Website might return the payload</a:t>
            </a:r>
            <a:br/>
            <a:r>
              <a:t># as &amp;lt;script&amp;gt; (HTML-escaped = SAFE)</a:t>
            </a:r>
            <a:br/>
            <a:r>
              <a:t># but this check still flags it as XSS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✅  VulnScan Pro Detection (Our Approach)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50292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160520"/>
            <a:ext cx="5080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2976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# SMART: Verify HTML chars are UNESCAPED</a:t>
            </a:r>
            <a:br/>
            <a:r>
              <a:t>if payload in response.text:</a:t>
            </a:r>
            <a:br/>
            <a:r>
              <a:t>    # Check: did &lt; &gt; survive without encoding?</a:t>
            </a:r>
            <a:br/>
            <a:r>
              <a:t>    has_raw_lt = '&lt;' in response.text</a:t>
            </a:r>
            <a:br/>
            <a:r>
              <a:t>    has_raw_gt = '&gt;' in response.text  </a:t>
            </a:r>
            <a:br/>
            <a:r>
              <a:t>    is_not_encoded = '&amp;lt;' not in vicinity</a:t>
            </a:r>
            <a:br/>
            <a:r>
              <a:t>    </a:t>
            </a:r>
            <a:br/>
            <a:r>
              <a:t>    if has_raw_lt and has_raw_gt and is_not_encoded:</a:t>
            </a:r>
            <a:br/>
            <a:r>
              <a:t>        flag_as_vulnerable()  # TRUE POSITIVE ✓</a:t>
            </a:r>
            <a:br/>
            <a:br/>
            <a:r>
              <a:t># Result: Zero false positives on safe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32 Payloads Across 7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194560"/>
            <a:ext cx="48463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240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Classic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scadia Code"/>
              </a:defRPr>
            </a:pPr>
            <a:r>
              <a:t>&lt;script&gt;alert(1)&lt;/script&gt;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743200"/>
            <a:ext cx="48463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788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Event Handlers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scadia Code"/>
              </a:defRPr>
            </a:pPr>
            <a:r>
              <a:t>&lt;img src=x onerror=alert(1)&gt;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91840"/>
            <a:ext cx="48463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Case Bypass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scadia Code"/>
              </a:defRPr>
            </a:pPr>
            <a:r>
              <a:t>&lt;ScRiPt&gt;alert(1)&lt;/sCrIpT&gt;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840479"/>
            <a:ext cx="48463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8861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Quote Bypass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861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scadia Code"/>
              </a:defRPr>
            </a:pPr>
            <a:r>
              <a:t>&lt;img src=x onerror=alert`1`&gt;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389120"/>
            <a:ext cx="48463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JS 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scadia Code"/>
              </a:defRPr>
            </a:pPr>
            <a:r>
              <a:t>javascript:alert(1)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937760"/>
            <a:ext cx="48463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983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HTML5 Vectors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scadia Code"/>
              </a:defRPr>
            </a:pPr>
            <a:r>
              <a:t>&lt;details open ontoggle=alert(1)&gt;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5486399"/>
            <a:ext cx="48463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55321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Polyglots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5321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scadia Code"/>
              </a:defRPr>
            </a:pPr>
            <a:r>
              <a:t>jaVasCript:/*--&gt;&lt;/title&gt;...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MODULE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SQL Injection — Multi-Vector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517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Error-Based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Triggers database errors by</a:t>
            </a:r>
            <a:br/>
            <a:r>
              <a:t>injecting malformed SQL.</a:t>
            </a:r>
            <a:br/>
            <a:r>
              <a:t>Detects MySQL, PostgreSQL,</a:t>
            </a:r>
            <a:br/>
            <a:r>
              <a:t>MSSQL, Oracle &amp; SQLite</a:t>
            </a:r>
            <a:br/>
            <a:r>
              <a:t>error signatures.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572000"/>
            <a:ext cx="23774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572000"/>
            <a:ext cx="5080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' OR '1'='1</a:t>
            </a:r>
            <a:br/>
            <a:r>
              <a:t>'; SELECT 1/0--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6517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Union-Based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Appends UNION SELECT to</a:t>
            </a:r>
            <a:br/>
            <a:r>
              <a:t>merge attacker-controlled</a:t>
            </a:r>
            <a:br/>
            <a:r>
              <a:t>data with the original</a:t>
            </a:r>
            <a:br/>
            <a:r>
              <a:t>query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572000"/>
            <a:ext cx="23774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4572000"/>
            <a:ext cx="508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4709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' UNION SELECT null,null--</a:t>
            </a:r>
            <a:br/>
            <a:r>
              <a:t>' UNION ALL SELECT 'test'--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265176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Time-Based Blind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603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Injects sleep commands.</a:t>
            </a:r>
            <a:br/>
            <a:r>
              <a:t>If response takes exactly</a:t>
            </a:r>
            <a:br/>
            <a:r>
              <a:t>6 seconds instead of 100ms,</a:t>
            </a:r>
            <a:br/>
            <a:r>
              <a:t>the database executed</a:t>
            </a:r>
            <a:br/>
            <a:r>
              <a:t>our payload.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572000"/>
            <a:ext cx="23774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572000"/>
            <a:ext cx="5080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709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1' AND SLEEP(6)-- -</a:t>
            </a:r>
            <a:br/>
            <a:r>
              <a:t>1'; SELECT pg_sleep(6)-- -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82880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828800"/>
            <a:ext cx="265176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Boolean Blind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5603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Sends TRUE (1=1) and</a:t>
            </a:r>
            <a:br/>
            <a:r>
              <a:t>FALSE (1=2) conditions.</a:t>
            </a:r>
            <a:br/>
            <a:r>
              <a:t>If response length differs</a:t>
            </a:r>
            <a:br/>
            <a:r>
              <a:t>by &gt;50 chars, database</a:t>
            </a:r>
            <a:br/>
            <a:r>
              <a:t>is responding to logic.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4572000"/>
            <a:ext cx="23774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4572000"/>
            <a:ext cx="508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4709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1' AND '1'='1  → 2847 bytes</a:t>
            </a:r>
            <a:br/>
            <a:r>
              <a:t>1' AND '1'='2  → 2104 bytes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LOGIC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How Blind SQLi Detection 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68"/>
                </a:solidFill>
                <a:latin typeface="Segoe UI"/>
              </a:defRPr>
            </a:pPr>
            <a:r>
              <a:t>When a web application hides all database errors (which most production apps do), traditional error-based</a:t>
            </a:r>
            <a:br/>
            <a:r>
              <a:t>scanning becomes useless. Our engine uses mathematical inference to detect injection without any error messages.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⏱️  Time-Based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50292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50800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# Step 1: Inject a SLEEP command</a:t>
            </a:r>
            <a:br/>
            <a:r>
              <a:t>payload = "1' AND SLEEP(6)-- -"</a:t>
            </a:r>
            <a:br/>
            <a:r>
              <a:t>data[param] = payload</a:t>
            </a:r>
            <a:br/>
            <a:br/>
            <a:r>
              <a:t># Step 2: Measure response time</a:t>
            </a:r>
            <a:br/>
            <a:r>
              <a:t>start = time.time()</a:t>
            </a:r>
            <a:br/>
            <a:r>
              <a:t>response = requests.post(url, data=data)</a:t>
            </a:r>
            <a:br/>
            <a:r>
              <a:t>elapsed = time.time() - start</a:t>
            </a:r>
            <a:br/>
            <a:br/>
            <a:r>
              <a:t># Step 3: Check threshold</a:t>
            </a:r>
            <a:br/>
            <a:r>
              <a:t>if elapsed &gt;= 5.5:  # 6s sleep - 0.5 network</a:t>
            </a:r>
            <a:br/>
            <a:r>
              <a:t>    # ⚠ DATABASE EXECUTED OUR COMMAND</a:t>
            </a:r>
            <a:br/>
            <a:r>
              <a:t>    # Normal request: ~0.1 seconds</a:t>
            </a:r>
            <a:br/>
            <a:r>
              <a:t>    # Our request:    ~6.0 seconds</a:t>
            </a:r>
            <a:br/>
            <a:r>
              <a:t>    # Verdict: VULNERABLE ✓</a:t>
            </a:r>
            <a:br/>
            <a:r>
              <a:t>    flag_sqli('Blind Time-Based')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⚖️  Boolean-Based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43200"/>
            <a:ext cx="484632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743200"/>
            <a:ext cx="5080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8803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# Step 1: Send a TRUE condition</a:t>
            </a:r>
            <a:br/>
            <a:r>
              <a:t>data[param] = "1' AND '1'='1"  # TRUE</a:t>
            </a:r>
            <a:br/>
            <a:r>
              <a:t>res_true = requests.post(url, data)</a:t>
            </a:r>
            <a:br/>
            <a:r>
              <a:t># Response: 2847 bytes (full page)</a:t>
            </a:r>
            <a:br/>
            <a:br/>
            <a:r>
              <a:t># Step 2: Send a FALSE condition  </a:t>
            </a:r>
            <a:br/>
            <a:r>
              <a:t>data[param] = "1' AND '1'='2"  # FALSE</a:t>
            </a:r>
            <a:br/>
            <a:r>
              <a:t>res_false = requests.post(url, data)</a:t>
            </a:r>
            <a:br/>
            <a:r>
              <a:t># Response: 2104 bytes (empty/diff)</a:t>
            </a:r>
            <a:br/>
            <a:br/>
            <a:r>
              <a:t># Step 3: Calculate difference</a:t>
            </a:r>
            <a:br/>
            <a:r>
              <a:t>diff = abs(len(res_true) - len(res_false))</a:t>
            </a:r>
            <a:br/>
            <a:r>
              <a:t># diff = 743 bytes (&gt; 50 threshold)</a:t>
            </a:r>
            <a:br/>
            <a:br/>
            <a:r>
              <a:t># Verdict: Database is responding to</a:t>
            </a:r>
            <a:br/>
            <a:r>
              <a:t># our boolean logic = VULNERABLE ✓</a:t>
            </a:r>
            <a:br/>
            <a:r>
              <a:t>flag_sqli('Boolean Blind')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MODULE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DNS Recon — Infrastructure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486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Record Harvesting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21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Segoe UI"/>
              </a:defRPr>
            </a:pPr>
            <a:r>
              <a:t>A, AAAA, MX, NS, TXT, CNAME, SOA, CAA, SRV — with TTL tracking for each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78608"/>
            <a:ext cx="5486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578608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24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Reverse DNS (PTR)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712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Segoe UI"/>
              </a:defRPr>
            </a:pPr>
            <a:r>
              <a:t>Takes discovered IPs and performs reverse lookups to reveal shared hosting or CDN providers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28416"/>
            <a:ext cx="5486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328416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3741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Subdomain Fuzzing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Segoe UI"/>
              </a:defRPr>
            </a:pPr>
            <a:r>
              <a:t>Brute-forces 22 common prefixes (admin, dev, staging, api, vpn) to find hidden portals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78224"/>
            <a:ext cx="5486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78224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1239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Email Security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Segoe UI"/>
              </a:defRPr>
            </a:pPr>
            <a:r>
              <a:t>Analyzes SPF for +all/~all misconfigurations, probes 9 DKIM selectors, validates DMARC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28032"/>
            <a:ext cx="5486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828032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873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Zone Transfer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Segoe UI"/>
              </a:defRPr>
            </a:pPr>
            <a:r>
              <a:t>Attempts AXFR against all NS servers to check if the entire DNS zone is exposed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77839"/>
            <a:ext cx="5486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577839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6235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MX Resolution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7044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Segoe UI"/>
              </a:defRPr>
            </a:pPr>
            <a:r>
              <a:t>Resolves mail server hostnames to their physical IP addresses for mail infrastructure mapping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1828800"/>
            <a:ext cx="4572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1828800"/>
            <a:ext cx="50800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19659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# SPF Weakness Analysis</a:t>
            </a:r>
            <a:br/>
            <a:r>
              <a:t>def analyze_spf(spf_record):</a:t>
            </a:r>
            <a:br/>
            <a:r>
              <a:t>    issues = []</a:t>
            </a:r>
            <a:br/>
            <a:r>
              <a:t>    if '+all' in spf_record:</a:t>
            </a:r>
            <a:br/>
            <a:r>
              <a:t>        issues.append('CRITICAL: Anyone </a:t>
            </a:r>
            <a:br/>
            <a:r>
              <a:t>            can spoof this domain')</a:t>
            </a:r>
            <a:br/>
            <a:r>
              <a:t>    if '~all' in spf_record:</a:t>
            </a:r>
            <a:br/>
            <a:r>
              <a:t>        issues.append('WARN: Softfail</a:t>
            </a:r>
            <a:br/>
            <a:r>
              <a:t>            is not enforced')</a:t>
            </a:r>
            <a:br/>
            <a:r>
              <a:t>    if '-all' not in spf_record:</a:t>
            </a:r>
            <a:br/>
            <a:r>
              <a:t>        issues.append('INFO: No strict</a:t>
            </a:r>
            <a:br/>
            <a:r>
              <a:t>            rejection set')</a:t>
            </a:r>
            <a:br/>
            <a:br/>
            <a:r>
              <a:t># Subdomain Enumeration</a:t>
            </a:r>
            <a:br/>
            <a:r>
              <a:t>SUBS = ['www', 'mail', 'admin',</a:t>
            </a:r>
            <a:br/>
            <a:r>
              <a:t>        'api', 'dev', 'staging',</a:t>
            </a:r>
            <a:br/>
            <a:r>
              <a:t>        'vpn', 'cdn', 'beta']</a:t>
            </a:r>
            <a:br/>
            <a:br/>
            <a:r>
              <a:t>for sub in SUBS:</a:t>
            </a:r>
            <a:br/>
            <a:r>
              <a:t>    target = f'{sub}.{domain}'</a:t>
            </a:r>
            <a:br/>
            <a:r>
              <a:t>    ips = resolver.resolve(target, 'A')</a:t>
            </a:r>
            <a:br/>
            <a:r>
              <a:t>    if ips:</a:t>
            </a:r>
            <a:br/>
            <a:r>
              <a:t>        found.append(target)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Segoe UI"/>
              </a:defRPr>
            </a:pPr>
            <a:r>
              <a:t>LOGIC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Per-Parameter Isolation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68"/>
                </a:solidFill>
                <a:latin typeface="Segoe UI"/>
              </a:defRPr>
            </a:pPr>
            <a:r>
              <a:t>Both the XSS and SQLi scanners isolate each parameter individually. When testing one field,</a:t>
            </a:r>
            <a:br/>
            <a:r>
              <a:t>all other fields are filled with safe mock data — pinpointing exactly which input is vulnerable.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Segoe UI"/>
              </a:defRPr>
            </a:pPr>
            <a:r>
              <a:t>Example: Login Form with 3 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5029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5029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Iteration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username: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64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scadia Code"/>
              </a:defRPr>
            </a:pPr>
            <a:r>
              <a:t>' OR '1'='1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54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password: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64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remember: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364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77640"/>
            <a:ext cx="5029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977640"/>
            <a:ext cx="5029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50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Iteration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username: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07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password: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07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scadia Code"/>
              </a:defRPr>
            </a:pPr>
            <a:r>
              <a:t>' OR '1'='1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97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remember: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07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120640"/>
            <a:ext cx="5029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120640"/>
            <a:ext cx="50292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Iteration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40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username: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50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440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password: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650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440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080"/>
                </a:solidFill>
                <a:latin typeface="Segoe UI"/>
              </a:defRPr>
            </a:pPr>
            <a:r>
              <a:t>remember: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650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scadia Code"/>
              </a:defRPr>
            </a:pPr>
            <a:r>
              <a:t>' OR '1'='1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743200"/>
            <a:ext cx="484632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2743200"/>
            <a:ext cx="50800" cy="3291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288036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scadia Code"/>
              </a:defRPr>
            </a:pPr>
            <a:r>
              <a:t># Per-Param Testing Logic</a:t>
            </a:r>
            <a:br/>
            <a:r>
              <a:t>for inp in form.inputs:</a:t>
            </a:r>
            <a:br/>
            <a:r>
              <a:t>    if inp.name in already_vulnerable:</a:t>
            </a:r>
            <a:br/>
            <a:r>
              <a:t>        continue  # skip if found</a:t>
            </a:r>
            <a:br/>
            <a:br/>
            <a:r>
              <a:t>    for payload in PAYLOADS:</a:t>
            </a:r>
            <a:br/>
            <a:r>
              <a:t>        data = {}</a:t>
            </a:r>
            <a:br/>
            <a:r>
              <a:t>        for other in form.inputs:</a:t>
            </a:r>
            <a:br/>
            <a:r>
              <a:t>            if other.name == inp.name:</a:t>
            </a:r>
            <a:br/>
            <a:r>
              <a:t>                data[other.name] = payload</a:t>
            </a:r>
            <a:br/>
            <a:r>
              <a:t>            else:</a:t>
            </a:r>
            <a:br/>
            <a:r>
              <a:t>                data[other.name] = 'test'</a:t>
            </a:r>
            <a:br/>
            <a:br/>
            <a:r>
              <a:t>        response = send(data)</a:t>
            </a:r>
            <a:br/>
            <a:r>
              <a:t>        if is_vulnerable(response):</a:t>
            </a:r>
            <a:br/>
            <a:r>
              <a:t>            report(inp.name, payload)</a:t>
            </a:r>
            <a:br/>
            <a:r>
              <a:t>            break  # next PARAM, not 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Backtest Results — 100%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68"/>
                </a:solidFill>
                <a:latin typeface="Segoe UI"/>
              </a:defRPr>
            </a:pPr>
            <a:r>
              <a:t>Every module was tested against a deliberately vulnerable Flask test server with known True Positives and True Negatives.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94560"/>
            <a:ext cx="91440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258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2585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22585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18" y="22585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7" y="2258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651760"/>
            <a:ext cx="914400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Header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8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7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035808"/>
            <a:ext cx="91440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081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XSS Scanner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8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7" y="3081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3419856"/>
            <a:ext cx="914400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465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SQLi Scanner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465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3465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8" y="3465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7" y="34655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3803904"/>
            <a:ext cx="91440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849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Crawler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49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3849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8" y="3849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57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4187952"/>
            <a:ext cx="914400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4233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Tech Fingerprint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233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79" y="4233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18" y="4233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57" y="4233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4572000"/>
            <a:ext cx="91440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JS Analyzer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79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18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57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0" y="4956048"/>
            <a:ext cx="914400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4480" y="5001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Port Scanner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5001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79" y="5001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18" y="5001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57" y="5001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71600" y="5340096"/>
            <a:ext cx="91440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4480" y="53858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DNS Recon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2040" y="5385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79" y="5385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18" y="5385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57" y="5385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71600" y="5724144"/>
            <a:ext cx="914400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54480" y="5769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SSL Scanner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5769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79" y="5769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18" y="5769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57" y="5769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71600" y="6245352"/>
            <a:ext cx="914400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54480" y="6318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92040" y="63185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79" y="63185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18" y="63185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57" y="63185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Segoe UI"/>
              </a:defRPr>
            </a:pPr>
            <a:r>
              <a:t>MARKET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How VulnScan Pro Compares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901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VulnScan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901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OWASP ZAP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019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Nessus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01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Burp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901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Nikto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20"/>
            <a:ext cx="1069848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One-Click Scanning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377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15768"/>
            <a:ext cx="106984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Blind SQLi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761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61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761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61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7614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099816"/>
            <a:ext cx="1069848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DNS Recon + Subdomain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1455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1455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145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483864"/>
            <a:ext cx="106984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529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JS Secret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5295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5295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5295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5295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5295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867912"/>
            <a:ext cx="1069848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SSL Certificate 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3913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3913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9136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3913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3913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251960"/>
            <a:ext cx="106984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Free &amp; Open Source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297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4636008"/>
            <a:ext cx="1069848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Modern Web UI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4681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4681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4681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4681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46817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5020056"/>
            <a:ext cx="106984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0657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No Java Dependency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0" y="50657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0" y="50657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50657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0" y="50657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9760" y="50657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5404104"/>
            <a:ext cx="10698480" cy="3657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54498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PDF Report Generation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6160" y="54498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0" y="5449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54498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20" y="5449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54498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Future Scope &amp;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Authenticated Scanning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Auto-login with session cookies to scan pages behind authentication walls (dashboards, admin panels).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4747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Headless Browser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Playwright/Selenium integration to render JavaScript SPAs (React, Angular, Vue) before crawling the virtual DOM.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18288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1828800"/>
            <a:ext cx="34747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WAF Evasion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Request manager with User-Agent rotation, payload obfuscation, rate-limit backoff, and proxy pool support.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34747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Command Injection &amp; LFI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37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Expand vulnerability coverage to OS command injection, path traversal, SSRF, and IDOR testing.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023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023360"/>
            <a:ext cx="34747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CI/CD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4937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GitHub Actions / Jenkins plugin for automated security scanning on every deployment pipeline.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023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9" y="4023360"/>
            <a:ext cx="34747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Historical Trend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937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68"/>
                </a:solidFill>
                <a:latin typeface="Segoe UI"/>
              </a:defRPr>
            </a:pPr>
            <a:r>
              <a:t>Track vulnerability scores over time to measure security posture improvement across releases.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🛡️  VULNSCAN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4A68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57200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709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9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5120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Full-stack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57200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709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39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120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100% backtest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57200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709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32+ Payloads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120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XSS detection library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57200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709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6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120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68"/>
                </a:solidFill>
                <a:latin typeface="Segoe UI"/>
              </a:defRPr>
            </a:pPr>
            <a:r>
              <a:t>SQLi attack vectors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